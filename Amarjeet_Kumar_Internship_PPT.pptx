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resume/iil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457200"/>
            <a:ext cx="91440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91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0" y="2103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U.P.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88036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Amarjeet Kumar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4818888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Number:  </a:t>
            </a:r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CS23411569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0" y="5202936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Semester:  </a:t>
            </a:r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CSE, 7th Semester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0" y="5586984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Organization:  </a:t>
            </a:r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Trufinixx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Trufinixx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Trufinixx is a technology solutions company built by a team of IITians and senior professionals with hands-on experience building and delivering real-world technology solutions.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i="1" dirty="0">
                <a:solidFill>
                  <a:srgbClr val="8C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approach: understand the problem deeply, execute with rigor, and ship systems that perform reliably.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Duration: 15th June 2026 – 15th July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Data Analyst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generate large volumes of data across multiple systems, but this data is often siloed and not readily accessible for timely decision-making.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focused on collecting, cleaning, and deploying that data onto a scalable cloud infrastructure for reliable access, analysis, and visualization.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consolidate data from relevant sources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process the data to ensure accuracy and consistency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processed data and analytics workflows to the cloud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dashboards/reports for clear, actionable insights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the deployed system performs reliably and scales well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85800" y="173736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423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NumPy)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423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MySQL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92440" y="173736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75320" y="19202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75320" y="24231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(S3, EC2, IAM)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4297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Power BI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89120" y="361188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0" y="37947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42976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96112" y="25603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96112" y="256032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70632" y="256032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026664" y="25603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8C1D2B"/>
          </a:solidFill>
          <a:ln w="12700">
            <a:solidFill>
              <a:srgbClr val="8C1D2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026664" y="256032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(Python)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01184" y="256032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57216" y="25603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157216" y="256032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S3)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31736" y="256032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287768" y="25603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8C1D2B"/>
          </a:solidFill>
          <a:ln w="12700">
            <a:solidFill>
              <a:srgbClr val="8C1D2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287768" y="256032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(AWS EC2)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62288" y="2560320"/>
            <a:ext cx="256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418320" y="2560320"/>
            <a:ext cx="1874520" cy="1188720"/>
          </a:xfrm>
          <a:prstGeom prst="roundRect">
            <a:avLst>
              <a:gd name="adj" fmla="val 461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18320" y="2560320"/>
            <a:ext cx="1874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&amp; understanding data sources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and consolidation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and transformation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onto the cloud environment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pipeline for accuracy and reliability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dashboards to visualize insights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of process and outcomes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reliably deployed, cloud-based data pipeline delivering accurate and timely insights through clear dashboards — improving the speed and quality of data-driven decisions, on an architecture that scales with future data growth.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Amarjeet Kumar  |  CS23411569  |  Trufinixx Internship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2026-08-30T12:16:22Z</dcterms:created>
  <dcterms:modified xsi:type="dcterms:W3CDTF">2026-08-30T12:16:22Z</dcterms:modified>
</cp:coreProperties>
</file>